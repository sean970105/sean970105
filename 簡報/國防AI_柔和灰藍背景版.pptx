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4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柔和灰藍背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0424160" cy="5669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9509760" cy="21031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4800" b="1">
                <a:solidFill>
                  <a:srgbClr val="15171C"/>
                </a:solidFill>
                <a:latin typeface="Noto Sans CJK TC"/>
              </a:defRPr>
            </a:pPr>
            <a:r>
              <a:t>彈坑快修：從影像辨識到快速評估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5943600"/>
            <a:ext cx="9509760" cy="1371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團隊：泥好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提報人:徐專洧、陳宥翔、張瑞洋、林書呈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51792" y="1993391"/>
            <a:ext cx="5065776" cy="5888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0" y="2375953"/>
            <a:ext cx="4846320" cy="5123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柔和灰藍背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5486400" cy="11887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大綱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1" y="3547872"/>
            <a:ext cx="6025896" cy="4197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87" y="3657600"/>
            <a:ext cx="5362065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82880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112264"/>
            <a:ext cx="83210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壹、國防用途與建議說明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47472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3758183"/>
            <a:ext cx="83210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貳、設計構想暨 AI 技術運用說明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12064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5404103"/>
            <a:ext cx="83210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參、預期效益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6766560"/>
            <a:ext cx="91440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7050024"/>
            <a:ext cx="83210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0">
                <a:solidFill>
                  <a:srgbClr val="15171C"/>
                </a:solidFill>
                <a:latin typeface="Noto Sans CJK TC"/>
              </a:defRPr>
            </a:pPr>
            <a:r>
              <a:t>肆、驗證方式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壹、國防用途與建議說明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73152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現況分析: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011680"/>
            <a:ext cx="73152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AI輔助改善: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7180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0" y="297180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172968"/>
            <a:ext cx="70866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1.人員進入高風險區域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3172968"/>
            <a:ext cx="68580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1.遠端影像的評估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25196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0" y="425196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4453128"/>
            <a:ext cx="70866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2.人工測量耗時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4453128"/>
            <a:ext cx="68580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2.三維模型的輔助測量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53212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553212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5733288"/>
            <a:ext cx="70866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3.材料估算需人工處理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5733288"/>
            <a:ext cx="68580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3.AI去分配資源與整合流程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7452360"/>
            <a:ext cx="16093440" cy="137160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7699656"/>
            <a:ext cx="15361920" cy="913583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rPr dirty="0" err="1"/>
              <a:t>戰爭初期，空軍基地跑道常成為攻擊目標</a:t>
            </a:r>
            <a:endParaRPr dirty="0"/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rPr dirty="0" err="1"/>
              <a:t>快速應變與修復跑道，是恢復起降能力及反擊的重要關鍵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貳、設計構想暨 AI 技術運用說明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288036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685032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影像取得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800600"/>
            <a:ext cx="32918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無人機拍攝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5870448"/>
            <a:ext cx="3291840" cy="1600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取得彈坑RGB影像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22392" y="288036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3685032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坑洞辨識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4800600"/>
            <a:ext cx="32918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YOLO偵測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5870448"/>
            <a:ext cx="3291840" cy="1600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定位彈坑與範圍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2911" y="288036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2911" y="3685032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幾何估算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1" y="4800600"/>
            <a:ext cx="32918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3D模型重建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1" y="5870448"/>
            <a:ext cx="3291840" cy="1600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估算彈坑體積與損壞程度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87399" y="2651760"/>
            <a:ext cx="379476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43431" y="288036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7486A5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43431" y="3685032"/>
            <a:ext cx="32918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資源調度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43431" y="4800600"/>
            <a:ext cx="329184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4E5C73"/>
                </a:solidFill>
                <a:latin typeface="Noto Sans CJK TC"/>
              </a:defRPr>
            </a:pPr>
            <a:r>
              <a:t>資源調度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43431" y="5870448"/>
            <a:ext cx="3291840" cy="1600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估算材料、人力與修復方案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柔和灰藍背景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01影像取得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48840"/>
            <a:ext cx="7543800" cy="6537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23160"/>
            <a:ext cx="69494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衛星圖: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6903720" cy="1371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無法精確地辨識坑洞的體積與深度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4782312"/>
            <a:ext cx="7214616" cy="3694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82" y="4645152"/>
            <a:ext cx="5322975" cy="3474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92640" y="2148840"/>
            <a:ext cx="7543800" cy="6537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0" y="2423160"/>
            <a:ext cx="694944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無人機拍攝: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3291840"/>
            <a:ext cx="6903720" cy="1371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可經由近距離的拍攝多張照片或錄影，達到分析體積與深度的成效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57232" y="4782312"/>
            <a:ext cx="7214616" cy="36941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3" y="4717575"/>
            <a:ext cx="5258409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柔和灰藍背景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5171C"/>
                </a:solidFill>
                <a:latin typeface="Noto Sans CJK TC"/>
              </a:defRPr>
            </a:pPr>
            <a:r>
              <a:t>02 坑洞辨識｜讓 YOLO 學會區分彈坑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97280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5171C"/>
                </a:solidFill>
                <a:latin typeface="Noto Sans CJK TC"/>
              </a:defRPr>
            </a:pPr>
            <a:r>
              <a:t>核心方法：正例＋反例＋多角度影像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834640"/>
          <a:ext cx="104241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1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資料設計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蒐集重點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目的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彈坑正例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不同光線、角度與大小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辨識彈坑特徵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非彈坑反例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路面坑洞等相似外觀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降低誤判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無人機影像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同一坑洞的多角度照片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6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補充辨識資訊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05840" y="7452360"/>
            <a:ext cx="104241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7626096"/>
            <a:ext cx="9875520" cy="10058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建立YOLO資料集、無人機影像輔助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專門訓練分辨彈坑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43232" y="2130552"/>
            <a:ext cx="5065776" cy="2734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320" y="2240280"/>
            <a:ext cx="4357598" cy="2514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52960" y="495604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500"/>
              </a:spcAft>
              <a:defRPr sz="2400" b="0">
                <a:solidFill>
                  <a:srgbClr val="15171C"/>
                </a:solidFill>
                <a:latin typeface="Noto Sans CJK TC"/>
              </a:defRPr>
            </a:pPr>
            <a:r>
              <a:t>正例示意：彈坑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43232" y="5696712"/>
            <a:ext cx="5065776" cy="2734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0015" y="5806440"/>
            <a:ext cx="1672209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52960" y="8513064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500"/>
              </a:spcAft>
              <a:defRPr sz="2400" b="0">
                <a:solidFill>
                  <a:srgbClr val="15171C"/>
                </a:solidFill>
                <a:latin typeface="Noto Sans CJK TC"/>
              </a:defRPr>
            </a:pPr>
            <a:r>
              <a:t>反例示意：路面坑洞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柔和灰藍背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03 幾何估算｜以 3DGS 加速重建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600200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目標：縮短重建等待時間，支援快速災損評估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3337560"/>
          <a:ext cx="7680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>
                        <a:defRPr sz="28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方法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重建時間</a:t>
                      </a:r>
                    </a:p>
                  </a:txBody>
                  <a:tcPr marL="182880" marR="146304" marT="118872" marB="91440" anchor="ctr">
                    <a:solidFill>
                      <a:srgbClr val="6678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傳統 3D 建模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估計：幾小時至半天</a:t>
                      </a:r>
                    </a:p>
                  </a:txBody>
                  <a:tcPr marL="182880" marR="146304" marT="118872" marB="9144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3DGS 實景重建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800" b="0">
                          <a:solidFill>
                            <a:srgbClr val="15171C"/>
                          </a:solidFill>
                          <a:latin typeface="Noto Sans CJK TC"/>
                        </a:defRPr>
                      </a:pPr>
                      <a:r>
                        <a:t>預期目標：幾分鐘</a:t>
                      </a:r>
                    </a:p>
                  </a:txBody>
                  <a:tcPr marL="182880" marR="146304" marT="118872" marB="91440" anchor="ctr">
                    <a:solidFill>
                      <a:srgbClr val="E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491472" y="3090672"/>
            <a:ext cx="7717536" cy="42428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20" y="3200400"/>
            <a:ext cx="715264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0" y="7452360"/>
            <a:ext cx="7498079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3D 模型示意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04資源調度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69080"/>
            <a:ext cx="32461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損害評估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25780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AI分析彈坑尺寸、深度與體積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80" y="306324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4069080"/>
            <a:ext cx="32461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材料估算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525780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估算水泥、瀝青等材料需求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06324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069080"/>
            <a:ext cx="32461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資源分配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25780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規劃人力、設備與修復方案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87399" y="2743200"/>
            <a:ext cx="3794760" cy="5074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61719" y="3063240"/>
            <a:ext cx="914400" cy="6400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7486A5"/>
                </a:solidFill>
                <a:latin typeface="Noto Sans CJK TC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61719" y="4069080"/>
            <a:ext cx="32461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5171C"/>
                </a:solidFill>
                <a:latin typeface="Noto Sans CJK TC"/>
              </a:defRPr>
            </a:pPr>
            <a:r>
              <a:t>修復排序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61719" y="525780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依損害程度與重要性排序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04資源調度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6093440" cy="7772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15171C"/>
                </a:solidFill>
                <a:latin typeface="Noto Sans CJK TC"/>
              </a:defRPr>
            </a:pPr>
            <a:r>
              <a:t>飛機最小起降帶評估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9144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43400"/>
            <a:ext cx="402336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通行條件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349240"/>
            <a:ext cx="4023360" cy="12801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長度、寬度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連續性與障礙限制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3566160"/>
            <a:ext cx="9144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343400"/>
            <a:ext cx="402336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資源可行性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349240"/>
            <a:ext cx="4023360" cy="12801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材料、工班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機具與可用時段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10160" y="3291840"/>
            <a:ext cx="457200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0" y="3566160"/>
            <a:ext cx="9144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7486A5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0" y="4343400"/>
            <a:ext cx="402336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5171C"/>
                </a:solidFill>
                <a:latin typeface="Noto Sans CJK TC"/>
              </a:defRPr>
            </a:pPr>
            <a:r>
              <a:t>恢復時間比較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0" y="5349240"/>
            <a:ext cx="4023360" cy="12801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工序、等待</a:t>
            </a:r>
          </a:p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運輸與覆核條件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754880"/>
            <a:ext cx="73152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4E5C73"/>
                </a:solidFill>
                <a:latin typeface="Noto Sans CJK TC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4754880"/>
            <a:ext cx="73152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4E5C73"/>
                </a:solidFill>
                <a:latin typeface="Noto Sans CJK T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7680960"/>
            <a:ext cx="16276320" cy="100584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7891272"/>
            <a:ext cx="155448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15171C"/>
                </a:solidFill>
                <a:latin typeface="Noto Sans CJK TC"/>
              </a:defRPr>
            </a:pPr>
            <a:r>
              <a:t>不符合條件的區域先排除，再比較可行方案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15171C"/>
                </a:solidFill>
                <a:latin typeface="Noto Sans CJK TC"/>
              </a:defRPr>
            </a:pPr>
            <a:r>
              <a:t>參、預期效益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4688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71323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提升災損辨識效率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611880"/>
            <a:ext cx="7132320" cy="11887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透過無人機多張照片與影像，讓3DGS能有效建構坑洞3D模型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4688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2743200"/>
            <a:ext cx="71323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資源分配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3611880"/>
            <a:ext cx="7132320" cy="11887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AI藉由3D模型去測量坑洞的體積與深度，再有效分配人力與資源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6692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5943600"/>
            <a:ext cx="71323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降低人工風險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6812280"/>
            <a:ext cx="7132320" cy="11887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不用傳統人力去測量，改用無人機取代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5669280"/>
            <a:ext cx="77724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29800" y="5943600"/>
            <a:ext cx="713232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15171C"/>
                </a:solidFill>
                <a:latin typeface="Noto Sans CJK TC"/>
              </a:defRPr>
            </a:pPr>
            <a:r>
              <a:t>增加修復效率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6812280"/>
            <a:ext cx="7132320" cy="11887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5171C"/>
                </a:solidFill>
                <a:latin typeface="Noto Sans CJK TC"/>
              </a:defRPr>
            </a:pPr>
            <a:r>
              <a:t>藉由AI的調度達到修復效率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柔和灰藍背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"/>
            <a:ext cx="16459200" cy="10972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15171C"/>
                </a:solidFill>
                <a:latin typeface="Noto Sans CJK TC"/>
              </a:defRPr>
            </a:pPr>
            <a:r>
              <a:t>肆、驗證方式｜Blender 模擬跑道受損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6276320" cy="7315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5171C"/>
                </a:solidFill>
                <a:latin typeface="Noto Sans CJK TC"/>
              </a:defRPr>
            </a:pPr>
            <a:r>
              <a:t>情境：軍用機場跑道受損，驗證辨識、估算與調度流程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97180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3136392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01 建立模擬場景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813048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Blender 製作地圖與跑道彈坑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4632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5010912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02 判讀災損資訊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687568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辨識坑洞數目，估算各坑洞體積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6720840"/>
            <a:ext cx="7955279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6885431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5171C"/>
                </a:solidFill>
                <a:latin typeface="Noto Sans CJK TC"/>
              </a:defRPr>
            </a:pPr>
            <a:r>
              <a:t>03 規劃修補作業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7562088"/>
            <a:ext cx="7315200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15171C"/>
                </a:solidFill>
                <a:latin typeface="Noto Sans CJK TC"/>
              </a:defRPr>
            </a:pPr>
            <a:r>
              <a:t>AI 提出資源分配與修補順序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17136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4E5C73"/>
                </a:solidFill>
                <a:latin typeface="Noto Sans CJK TC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391656"/>
            <a:ext cx="73152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4E5C73"/>
                </a:solidFill>
                <a:latin typeface="Noto Sans CJK TC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82912" y="3182112"/>
            <a:ext cx="7717536" cy="5157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59" y="3291839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柔和灰藍背景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87800" y="9601200"/>
            <a:ext cx="594360" cy="365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4E5C73"/>
                </a:solidFill>
                <a:latin typeface="Noto Sans CJK TC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108960"/>
            <a:ext cx="12435840" cy="32004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報告完畢</a:t>
            </a:r>
          </a:p>
          <a:p>
            <a:pPr algn="ctr">
              <a:spcAft>
                <a:spcPts val="500"/>
              </a:spcAft>
              <a:defRPr sz="5600" b="1">
                <a:solidFill>
                  <a:srgbClr val="15171C"/>
                </a:solidFill>
                <a:latin typeface="Noto Sans CJK TC"/>
              </a:defRPr>
            </a:pPr>
            <a:r>
              <a:t>恭請指教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</Words>
  <Application>Microsoft Office PowerPoint</Application>
  <PresentationFormat>自訂</PresentationFormat>
  <Paragraphs>131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Noto Sans CJK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陳宥翔</dc:creator>
  <cp:keywords/>
  <dc:description>generated using python-pptx</dc:description>
  <cp:lastModifiedBy>宥翔 陳</cp:lastModifiedBy>
  <cp:revision>2</cp:revision>
  <dcterms:created xsi:type="dcterms:W3CDTF">2013-01-27T09:14:16Z</dcterms:created>
  <dcterms:modified xsi:type="dcterms:W3CDTF">2026-10-11T04:51:43Z</dcterms:modified>
  <cp:category/>
</cp:coreProperties>
</file>